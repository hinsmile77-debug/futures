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31AAD-4B82-48E2-B2A9-17E30F8D3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D39EF2-DD40-4D18-8011-C5B29FA27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DB1E1-BC9F-46D5-BC26-DEEC16E9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3F6A0-8353-4EE8-8BBC-06DFE4CE2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11737-B850-4E86-B35E-11971E13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3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905E6-CF5F-472D-9A14-19AEAF21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BD6B3-6333-418E-86FE-B9DBACBF3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89FFA4-785E-40B4-B68A-1B2A541C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255A97-6A67-4781-8F0E-116D266F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C4748-9E2D-4A9B-A6CE-C6FC3563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1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C6BB9-D18D-44B1-80DA-73DA040D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13B64F-5A46-4C8B-BF53-283262655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46894F-B86B-4E73-AF06-4574FAAC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959B8-7CFE-4168-B9E6-09373E811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B7185-7FC9-4338-B739-DE30C796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217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53745-FBEF-4C1B-8C93-32A85950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562A0-6855-4AC4-BE8E-BE777CEFD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CE45D3-3D90-4427-B675-02606205A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9A30E5-3223-45C8-9A39-09176E56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DC2838-CCA0-4C8C-A97F-A3F597A5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A9013A-AEED-4250-A191-C9D55B94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98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CD25A-3518-4D5A-99AF-0DC07DF3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221F4-2279-4963-B69B-9C2437904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45EB53-4ABB-4530-AC5F-17867F448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92936C-814E-43A2-A7D1-494FD0C07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8277DA-EB4D-4E98-9717-F297828B2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BA73B7-17E8-4D60-A647-2B115F70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19A66B-E300-45F1-98CD-F3BAB37E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94DF43-DB7C-424E-B8E9-B4637EAB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752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BE0F1-9482-4672-9CFB-ECB22FD0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2BC18D-3734-4C4B-955F-0206A7D1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04353B-BB91-4CC6-B574-94DEB46E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B82415-30B2-4432-92A4-EF6C2B71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71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646F2E-785A-4CC5-8B39-8228F872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481A15-4F5E-4E72-9386-8752499B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03D6B-7FE2-4337-80D0-B62D1CE8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5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EE6CC-05A7-4DEA-8791-B79B712C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4EBA9-239E-408C-BB4B-41B55153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E6E572-8380-4A35-AE14-2EA787AB1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FE457-D730-4720-AA93-C843F7AB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2494A8-ED19-45CC-BF83-D8DA65CA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4AA5FC-ECA0-43E6-9462-5C2D81AF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77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B8F9C-5A42-4442-BA47-30C89506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F810B8-0645-4C48-A182-E300B517E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F87CD-C875-44A9-93C3-01881ABB0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C885B6-E637-4C80-9241-0194D523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0C5A49-0DE7-4E61-B582-65A8A4DA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99D1E0-51AE-4F48-B595-29634279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06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5C7AA2-FCB8-44FD-B0AB-45BCD653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6918C9-889E-4C7F-AC98-14F8CCDA6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7C7F0C-DDF0-48B4-94AB-7A1AA177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E85A8-437C-4D50-A873-6C3EDC7DE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42CB35-88A9-46B4-8CBC-8CC29A10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83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2DBBDA-DCAC-4276-9C7C-9F1B08DF2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AB4CAB-2265-495B-B599-BF2D65516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AD308D-EACF-48D2-9B06-F769019F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01A3E7-3E24-4126-AD75-B0F087F7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9C8BFC-063D-4858-96FE-15548C44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08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51C74C-0CB8-49C3-89AE-AD3739C7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B49495-8666-4A1B-9D5E-CAC4CC76F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C84AB-9BDB-48DC-A821-2B4A5CCD5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BB9C0-A790-4105-B7A7-5041FC3E8081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C4EEBA-3E97-4E0C-8E65-E6B2B1A2B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6C93EE-AE50-46E8-ADF2-DBCCC529E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2AA3E-1A4D-4EBF-AB41-F5BB5439B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47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417809F-5D71-4C37-B8C5-E034CB2A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63958" cy="28293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858DE09-BFD0-42FD-B2D9-7D506E5F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2" y="3011035"/>
            <a:ext cx="7697274" cy="32198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40F4FF8-26B1-442A-93B6-8B4822EA9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885" y="3109660"/>
            <a:ext cx="6916115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3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8A051D-D213-40AF-B142-BAE158A6B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463" y="5743611"/>
            <a:ext cx="7249537" cy="9621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325A32-FBDD-412D-B955-17D5AD5F3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10" y="4267030"/>
            <a:ext cx="4344006" cy="24387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9DDC82-DA3C-41C1-8B1B-6A568C811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735380" cy="33627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69EF6C-4C44-4C47-AF32-EBE4CD7A9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006" y="1551652"/>
            <a:ext cx="7697274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62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47EF1ED-8972-4DBE-B370-90EE0A31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671127"/>
            <a:ext cx="7716327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8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343C63-19D3-4A3B-AFF2-8F8BBF77B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31" y="624396"/>
            <a:ext cx="7497221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B31B43-A8E9-4EAD-B6AE-1F1DBE82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415" y="1223654"/>
            <a:ext cx="7659169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55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pc1</dc:creator>
  <cp:lastModifiedBy>pc1</cp:lastModifiedBy>
  <cp:revision>10</cp:revision>
  <dcterms:created xsi:type="dcterms:W3CDTF">2026-10-13T22:45:12Z</dcterms:created>
  <dcterms:modified xsi:type="dcterms:W3CDTF">2026-10-14T23:09:40Z</dcterms:modified>
</cp:coreProperties>
</file>