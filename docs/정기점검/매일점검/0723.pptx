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2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14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9C9D48-B9E1-499B-AE52-021950509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371DB74-1B30-415B-B6A9-B0872A0B78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64A145-8622-43E7-90BB-6C5DED88D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D9A32-80DB-497C-B0EE-485E7B2AD4FF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877D9C-DBF4-46CC-8D75-E7DEA295C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4C6CE9-779B-4E7D-A8DB-DAA2AD5F6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DA1DC-ED7B-40C6-8560-D2444E7890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393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D875C9-4581-49D1-A8D1-B609EB1A6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2F3ADB-1412-4D34-A5B9-681BBEDD1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7711AE-C8E5-4B25-9311-DBE4508F4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D9A32-80DB-497C-B0EE-485E7B2AD4FF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101CEA-4C58-47BE-82E4-1C05CBC61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533EE1-44F9-4B75-AB5B-7F543CC58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DA1DC-ED7B-40C6-8560-D2444E7890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1804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D76195-424E-4BE5-BF1E-0BC552B75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1A9F68-38DC-479B-894C-02AF7782B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F35695-D49B-4EE7-9295-A2586D8A3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D9A32-80DB-497C-B0EE-485E7B2AD4FF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0C306C-8D8F-45E8-B64A-5400E76C7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DBF71A-0DFB-4344-A3ED-6D7827ED5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DA1DC-ED7B-40C6-8560-D2444E7890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30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C5929B-3CB3-4B0E-B2D0-D4C5A2136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08B722-5340-478F-8CF4-9E1816AC31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669BB4-52F8-42D7-A466-E8702EB6A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CC7EC3-9629-47FE-80DB-3902D6790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D9A32-80DB-497C-B0EE-485E7B2AD4FF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D60EB8-50D6-4B61-9659-7D0C68CC2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A71C49-67D1-43CA-B279-19E99B098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DA1DC-ED7B-40C6-8560-D2444E7890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850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0D4EAF-D222-4100-A47E-22F3868A2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81241F-7E4D-429B-A1DB-33F3ADDA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22A4CB-0FF5-43D1-A407-CCD071B34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A2D370B-9BF9-41CF-809D-88A89C31BB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F169C10-75B7-403F-96E5-78B225EF32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310E876-EA33-407A-A80E-27E0BD3C1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D9A32-80DB-497C-B0EE-485E7B2AD4FF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42CC948-FFBD-4FD1-852E-7EBB4B7C9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55FC98F-99D1-4FF5-9095-118B5C686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DA1DC-ED7B-40C6-8560-D2444E7890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339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11AF43-9933-47ED-9851-EC325C667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01E076-D85D-4975-AFBD-04D646AF1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D9A32-80DB-497C-B0EE-485E7B2AD4FF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4148A0D-E24A-48CD-A0C7-60D8F0CAE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5E2962-DC96-40BE-ACA8-5D42F8D74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DA1DC-ED7B-40C6-8560-D2444E7890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1286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BE42C9B-4639-488B-8130-80E7D888F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D9A32-80DB-497C-B0EE-485E7B2AD4FF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F908FE2-3C0E-4EFE-9618-CAB78DF6C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8673BE-77B8-4142-99D1-C3C39A1B8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DA1DC-ED7B-40C6-8560-D2444E7890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49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D64FFB-D464-451D-BE11-32ED5A66A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BB5746-5191-4506-BA17-D0A2C0E4B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4489C4-A003-479A-BA4D-48A946E0B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ABF14B-35E4-4186-9341-11999C6D9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D9A32-80DB-497C-B0EE-485E7B2AD4FF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C92F94-9CD0-4957-AE9A-DBDFF04D8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89B866-2C99-4B60-B592-9ADB03DA5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DA1DC-ED7B-40C6-8560-D2444E7890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920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3E04CC-58D3-4040-A3F7-A2DCEB5F7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07EE9C-27B9-4E97-96A9-18244CEB0B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FE33BD-108B-4A71-980A-7AD3E7AD8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6B0675-B445-4773-B4C1-FF32A0FC0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D9A32-80DB-497C-B0EE-485E7B2AD4FF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D1ECC5-815A-49BA-9FC0-14A148ED4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63D049-63EF-45F4-B14A-7ED56C94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DA1DC-ED7B-40C6-8560-D2444E7890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2543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6C0EFA-A1BA-4EE8-A4E1-79342DEA8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19F7F2-E883-44B0-BA8F-48E41D2C2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441080-AA37-47BC-9175-3218A4E44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D9A32-80DB-497C-B0EE-485E7B2AD4FF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EAF9A3-15C2-4885-9041-6C22118C6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917222-A84E-481D-8940-F8FC02702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DA1DC-ED7B-40C6-8560-D2444E7890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548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4AFBCCD-F356-415E-A112-B8B978DD90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DDB3E9-2F6B-4857-99DA-A09BF4F67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28A49-DE70-468F-9AF8-83792DFF8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D9A32-80DB-497C-B0EE-485E7B2AD4FF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E16471-B557-472E-AF00-D8CFE3293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0D79EF-2535-4DA7-AD0D-4373B38D0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DA1DC-ED7B-40C6-8560-D2444E7890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836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BA8B757-BD52-46EE-845D-3DC5DB6D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7D9F7C-B9E9-4730-B043-723942ECB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22DCD3-B0AF-426C-B8B6-A271285635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8D9A32-80DB-497C-B0EE-485E7B2AD4FF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9948A3-A7C9-4177-9D0C-15F0912FD8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109BE0-4742-4A1E-95C4-8A0398A37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DA1DC-ED7B-40C6-8560-D2444E7890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03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930DFE7-177C-40F3-BA18-73CF3EDFB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71" y="185285"/>
            <a:ext cx="11345858" cy="648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682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우현 조</dc:creator>
  <cp:lastModifiedBy>우현 조</cp:lastModifiedBy>
  <cp:revision>2</cp:revision>
  <dcterms:created xsi:type="dcterms:W3CDTF">2026-07-23T06:12:50Z</dcterms:created>
  <dcterms:modified xsi:type="dcterms:W3CDTF">2026-07-23T07:05:14Z</dcterms:modified>
</cp:coreProperties>
</file>